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>
        <p:scale>
          <a:sx n="75" d="100"/>
          <a:sy n="75" d="100"/>
        </p:scale>
        <p:origin x="324" y="-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shi gupta" userId="fe7bf80378c01198" providerId="LiveId" clId="{CD3F5599-86B3-47FA-A744-D924C6D1A3CF}"/>
    <pc:docChg chg="undo custSel addSld delSld modSld">
      <pc:chgData name="sakshi gupta" userId="fe7bf80378c01198" providerId="LiveId" clId="{CD3F5599-86B3-47FA-A744-D924C6D1A3CF}" dt="2026-02-27T11:51:55.241" v="513" actId="20577"/>
      <pc:docMkLst>
        <pc:docMk/>
      </pc:docMkLst>
      <pc:sldChg chg="modSp mod">
        <pc:chgData name="sakshi gupta" userId="fe7bf80378c01198" providerId="LiveId" clId="{CD3F5599-86B3-47FA-A744-D924C6D1A3CF}" dt="2026-02-27T11:51:55.241" v="513" actId="20577"/>
        <pc:sldMkLst>
          <pc:docMk/>
          <pc:sldMk cId="872798420" sldId="256"/>
        </pc:sldMkLst>
        <pc:spChg chg="mod">
          <ac:chgData name="sakshi gupta" userId="fe7bf80378c01198" providerId="LiveId" clId="{CD3F5599-86B3-47FA-A744-D924C6D1A3CF}" dt="2026-02-27T11:51:55.241" v="513" actId="20577"/>
          <ac:spMkLst>
            <pc:docMk/>
            <pc:sldMk cId="872798420" sldId="256"/>
            <ac:spMk id="3" creationId="{BB4ECC2C-B2EA-7491-A21B-78C5B40511DB}"/>
          </ac:spMkLst>
        </pc:spChg>
      </pc:sldChg>
      <pc:sldChg chg="modSp">
        <pc:chgData name="sakshi gupta" userId="fe7bf80378c01198" providerId="LiveId" clId="{CD3F5599-86B3-47FA-A744-D924C6D1A3CF}" dt="2026-02-27T11:47:03.319" v="420"/>
        <pc:sldMkLst>
          <pc:docMk/>
          <pc:sldMk cId="3619033632" sldId="257"/>
        </pc:sldMkLst>
        <pc:spChg chg="mod">
          <ac:chgData name="sakshi gupta" userId="fe7bf80378c01198" providerId="LiveId" clId="{CD3F5599-86B3-47FA-A744-D924C6D1A3CF}" dt="2026-02-27T11:47:03.319" v="420"/>
          <ac:spMkLst>
            <pc:docMk/>
            <pc:sldMk cId="3619033632" sldId="257"/>
            <ac:spMk id="2" creationId="{3A4C7365-0377-7D51-86E8-1A4B7DD5A55B}"/>
          </ac:spMkLst>
        </pc:spChg>
      </pc:sldChg>
      <pc:sldChg chg="modSp mod">
        <pc:chgData name="sakshi gupta" userId="fe7bf80378c01198" providerId="LiveId" clId="{CD3F5599-86B3-47FA-A744-D924C6D1A3CF}" dt="2026-02-27T11:47:03.319" v="420"/>
        <pc:sldMkLst>
          <pc:docMk/>
          <pc:sldMk cId="1335365326" sldId="258"/>
        </pc:sldMkLst>
        <pc:spChg chg="mod">
          <ac:chgData name="sakshi gupta" userId="fe7bf80378c01198" providerId="LiveId" clId="{CD3F5599-86B3-47FA-A744-D924C6D1A3CF}" dt="2026-02-27T11:47:03.319" v="420"/>
          <ac:spMkLst>
            <pc:docMk/>
            <pc:sldMk cId="1335365326" sldId="258"/>
            <ac:spMk id="2" creationId="{DF0155F2-431B-A888-CA53-DC88E19C84EE}"/>
          </ac:spMkLst>
        </pc:spChg>
        <pc:spChg chg="mod">
          <ac:chgData name="sakshi gupta" userId="fe7bf80378c01198" providerId="LiveId" clId="{CD3F5599-86B3-47FA-A744-D924C6D1A3CF}" dt="2026-02-27T11:47:03.319" v="420"/>
          <ac:spMkLst>
            <pc:docMk/>
            <pc:sldMk cId="1335365326" sldId="258"/>
            <ac:spMk id="3" creationId="{35C35238-78FB-D81B-0B48-5D77FA1A47CF}"/>
          </ac:spMkLst>
        </pc:spChg>
      </pc:sldChg>
      <pc:sldChg chg="addSp delSp modSp mod">
        <pc:chgData name="sakshi gupta" userId="fe7bf80378c01198" providerId="LiveId" clId="{CD3F5599-86B3-47FA-A744-D924C6D1A3CF}" dt="2026-02-27T11:48:35.090" v="425" actId="14100"/>
        <pc:sldMkLst>
          <pc:docMk/>
          <pc:sldMk cId="2225560115" sldId="259"/>
        </pc:sldMkLst>
        <pc:spChg chg="mod">
          <ac:chgData name="sakshi gupta" userId="fe7bf80378c01198" providerId="LiveId" clId="{CD3F5599-86B3-47FA-A744-D924C6D1A3CF}" dt="2026-02-27T11:47:03.319" v="420"/>
          <ac:spMkLst>
            <pc:docMk/>
            <pc:sldMk cId="2225560115" sldId="259"/>
            <ac:spMk id="2" creationId="{AE3803BC-E415-C4BC-977F-A8AC5E6FC843}"/>
          </ac:spMkLst>
        </pc:spChg>
        <pc:spChg chg="mod">
          <ac:chgData name="sakshi gupta" userId="fe7bf80378c01198" providerId="LiveId" clId="{CD3F5599-86B3-47FA-A744-D924C6D1A3CF}" dt="2026-02-27T11:47:03.319" v="420"/>
          <ac:spMkLst>
            <pc:docMk/>
            <pc:sldMk cId="2225560115" sldId="259"/>
            <ac:spMk id="3" creationId="{2911890E-C03D-37AA-3CCE-196EA33DB90B}"/>
          </ac:spMkLst>
        </pc:spChg>
        <pc:graphicFrameChg chg="add del modGraphic">
          <ac:chgData name="sakshi gupta" userId="fe7bf80378c01198" providerId="LiveId" clId="{CD3F5599-86B3-47FA-A744-D924C6D1A3CF}" dt="2026-02-27T09:15:49.772" v="48" actId="1032"/>
          <ac:graphicFrameMkLst>
            <pc:docMk/>
            <pc:sldMk cId="2225560115" sldId="259"/>
            <ac:graphicFrameMk id="4" creationId="{E541B6EC-4153-2373-EFB3-C7EF2E7EC4FA}"/>
          </ac:graphicFrameMkLst>
        </pc:graphicFrameChg>
        <pc:picChg chg="add mod">
          <ac:chgData name="sakshi gupta" userId="fe7bf80378c01198" providerId="LiveId" clId="{CD3F5599-86B3-47FA-A744-D924C6D1A3CF}" dt="2026-02-27T11:48:35.090" v="425" actId="14100"/>
          <ac:picMkLst>
            <pc:docMk/>
            <pc:sldMk cId="2225560115" sldId="259"/>
            <ac:picMk id="5" creationId="{30D62625-6F9F-68C1-2B95-E4F2242BE1E6}"/>
          </ac:picMkLst>
        </pc:picChg>
      </pc:sldChg>
      <pc:sldChg chg="modSp mod">
        <pc:chgData name="sakshi gupta" userId="fe7bf80378c01198" providerId="LiveId" clId="{CD3F5599-86B3-47FA-A744-D924C6D1A3CF}" dt="2026-02-27T11:47:03.319" v="420"/>
        <pc:sldMkLst>
          <pc:docMk/>
          <pc:sldMk cId="2759615848" sldId="260"/>
        </pc:sldMkLst>
        <pc:spChg chg="mod">
          <ac:chgData name="sakshi gupta" userId="fe7bf80378c01198" providerId="LiveId" clId="{CD3F5599-86B3-47FA-A744-D924C6D1A3CF}" dt="2026-02-27T11:47:03.319" v="420"/>
          <ac:spMkLst>
            <pc:docMk/>
            <pc:sldMk cId="2759615848" sldId="260"/>
            <ac:spMk id="2" creationId="{0CE2EFED-2AAA-1999-6E69-FA02F7DF0EBA}"/>
          </ac:spMkLst>
        </pc:spChg>
        <pc:spChg chg="mod">
          <ac:chgData name="sakshi gupta" userId="fe7bf80378c01198" providerId="LiveId" clId="{CD3F5599-86B3-47FA-A744-D924C6D1A3CF}" dt="2026-02-27T11:47:03.319" v="420"/>
          <ac:spMkLst>
            <pc:docMk/>
            <pc:sldMk cId="2759615848" sldId="260"/>
            <ac:spMk id="3" creationId="{ACDE7C77-3DC3-F955-7EE5-9DAB0E615C67}"/>
          </ac:spMkLst>
        </pc:spChg>
      </pc:sldChg>
      <pc:sldChg chg="modSp mod">
        <pc:chgData name="sakshi gupta" userId="fe7bf80378c01198" providerId="LiveId" clId="{CD3F5599-86B3-47FA-A744-D924C6D1A3CF}" dt="2026-02-27T11:47:03.319" v="420"/>
        <pc:sldMkLst>
          <pc:docMk/>
          <pc:sldMk cId="4014749964" sldId="261"/>
        </pc:sldMkLst>
        <pc:spChg chg="mod">
          <ac:chgData name="sakshi gupta" userId="fe7bf80378c01198" providerId="LiveId" clId="{CD3F5599-86B3-47FA-A744-D924C6D1A3CF}" dt="2026-02-27T11:47:03.319" v="420"/>
          <ac:spMkLst>
            <pc:docMk/>
            <pc:sldMk cId="4014749964" sldId="261"/>
            <ac:spMk id="2" creationId="{D2C05590-C5A2-B4B8-F54C-F3FBA2308306}"/>
          </ac:spMkLst>
        </pc:spChg>
        <pc:spChg chg="mod">
          <ac:chgData name="sakshi gupta" userId="fe7bf80378c01198" providerId="LiveId" clId="{CD3F5599-86B3-47FA-A744-D924C6D1A3CF}" dt="2026-02-27T11:47:03.319" v="420"/>
          <ac:spMkLst>
            <pc:docMk/>
            <pc:sldMk cId="4014749964" sldId="261"/>
            <ac:spMk id="3" creationId="{5DF57089-CFD9-C929-0361-C2F2F8D1C663}"/>
          </ac:spMkLst>
        </pc:spChg>
      </pc:sldChg>
      <pc:sldChg chg="modSp mod">
        <pc:chgData name="sakshi gupta" userId="fe7bf80378c01198" providerId="LiveId" clId="{CD3F5599-86B3-47FA-A744-D924C6D1A3CF}" dt="2026-02-27T11:47:03.319" v="420"/>
        <pc:sldMkLst>
          <pc:docMk/>
          <pc:sldMk cId="3061483226" sldId="262"/>
        </pc:sldMkLst>
        <pc:spChg chg="mod">
          <ac:chgData name="sakshi gupta" userId="fe7bf80378c01198" providerId="LiveId" clId="{CD3F5599-86B3-47FA-A744-D924C6D1A3CF}" dt="2026-02-27T11:47:03.319" v="420"/>
          <ac:spMkLst>
            <pc:docMk/>
            <pc:sldMk cId="3061483226" sldId="262"/>
            <ac:spMk id="2" creationId="{E9C625DD-9FEF-6739-2249-1E0F39113588}"/>
          </ac:spMkLst>
        </pc:spChg>
        <pc:spChg chg="mod">
          <ac:chgData name="sakshi gupta" userId="fe7bf80378c01198" providerId="LiveId" clId="{CD3F5599-86B3-47FA-A744-D924C6D1A3CF}" dt="2026-02-27T11:47:03.319" v="420"/>
          <ac:spMkLst>
            <pc:docMk/>
            <pc:sldMk cId="3061483226" sldId="262"/>
            <ac:spMk id="3" creationId="{7D0D64E4-E804-45E6-F0EA-789D6DA1F741}"/>
          </ac:spMkLst>
        </pc:spChg>
      </pc:sldChg>
      <pc:sldChg chg="modSp mod">
        <pc:chgData name="sakshi gupta" userId="fe7bf80378c01198" providerId="LiveId" clId="{CD3F5599-86B3-47FA-A744-D924C6D1A3CF}" dt="2026-02-27T11:47:03.319" v="420"/>
        <pc:sldMkLst>
          <pc:docMk/>
          <pc:sldMk cId="4266180397" sldId="263"/>
        </pc:sldMkLst>
        <pc:spChg chg="mod">
          <ac:chgData name="sakshi gupta" userId="fe7bf80378c01198" providerId="LiveId" clId="{CD3F5599-86B3-47FA-A744-D924C6D1A3CF}" dt="2026-02-27T11:47:03.319" v="420"/>
          <ac:spMkLst>
            <pc:docMk/>
            <pc:sldMk cId="4266180397" sldId="263"/>
            <ac:spMk id="2" creationId="{D6F5F4AE-B586-3EEF-A533-0A15D4DC40A9}"/>
          </ac:spMkLst>
        </pc:spChg>
        <pc:spChg chg="mod">
          <ac:chgData name="sakshi gupta" userId="fe7bf80378c01198" providerId="LiveId" clId="{CD3F5599-86B3-47FA-A744-D924C6D1A3CF}" dt="2026-02-27T11:47:03.319" v="420"/>
          <ac:spMkLst>
            <pc:docMk/>
            <pc:sldMk cId="4266180397" sldId="263"/>
            <ac:spMk id="3" creationId="{DFCC3DEA-BC2C-650C-86B3-74B805C4C86B}"/>
          </ac:spMkLst>
        </pc:spChg>
      </pc:sldChg>
      <pc:sldChg chg="modSp mod">
        <pc:chgData name="sakshi gupta" userId="fe7bf80378c01198" providerId="LiveId" clId="{CD3F5599-86B3-47FA-A744-D924C6D1A3CF}" dt="2026-02-27T11:47:03.319" v="420"/>
        <pc:sldMkLst>
          <pc:docMk/>
          <pc:sldMk cId="691847260" sldId="264"/>
        </pc:sldMkLst>
        <pc:spChg chg="mod">
          <ac:chgData name="sakshi gupta" userId="fe7bf80378c01198" providerId="LiveId" clId="{CD3F5599-86B3-47FA-A744-D924C6D1A3CF}" dt="2026-02-27T11:47:03.319" v="420"/>
          <ac:spMkLst>
            <pc:docMk/>
            <pc:sldMk cId="691847260" sldId="264"/>
            <ac:spMk id="2" creationId="{B0430504-727B-E0E9-A3B1-6EFCC8E19AAB}"/>
          </ac:spMkLst>
        </pc:spChg>
        <pc:spChg chg="mod">
          <ac:chgData name="sakshi gupta" userId="fe7bf80378c01198" providerId="LiveId" clId="{CD3F5599-86B3-47FA-A744-D924C6D1A3CF}" dt="2026-02-27T11:47:03.319" v="420"/>
          <ac:spMkLst>
            <pc:docMk/>
            <pc:sldMk cId="691847260" sldId="264"/>
            <ac:spMk id="3" creationId="{02FA8E91-7085-D770-7883-00FEC70B55FF}"/>
          </ac:spMkLst>
        </pc:spChg>
      </pc:sldChg>
      <pc:sldChg chg="modSp mod">
        <pc:chgData name="sakshi gupta" userId="fe7bf80378c01198" providerId="LiveId" clId="{CD3F5599-86B3-47FA-A744-D924C6D1A3CF}" dt="2026-02-27T11:50:17.020" v="451" actId="20577"/>
        <pc:sldMkLst>
          <pc:docMk/>
          <pc:sldMk cId="1095651725" sldId="265"/>
        </pc:sldMkLst>
        <pc:spChg chg="mod">
          <ac:chgData name="sakshi gupta" userId="fe7bf80378c01198" providerId="LiveId" clId="{CD3F5599-86B3-47FA-A744-D924C6D1A3CF}" dt="2026-02-27T11:47:03.319" v="420"/>
          <ac:spMkLst>
            <pc:docMk/>
            <pc:sldMk cId="1095651725" sldId="265"/>
            <ac:spMk id="2" creationId="{84DA0B97-A33E-B25E-D2E3-A7EAF91F0A57}"/>
          </ac:spMkLst>
        </pc:spChg>
        <pc:spChg chg="mod">
          <ac:chgData name="sakshi gupta" userId="fe7bf80378c01198" providerId="LiveId" clId="{CD3F5599-86B3-47FA-A744-D924C6D1A3CF}" dt="2026-02-27T11:50:17.020" v="451" actId="20577"/>
          <ac:spMkLst>
            <pc:docMk/>
            <pc:sldMk cId="1095651725" sldId="265"/>
            <ac:spMk id="3" creationId="{E18ACC52-4394-0A2B-9683-36A2B6E7CE76}"/>
          </ac:spMkLst>
        </pc:spChg>
      </pc:sldChg>
      <pc:sldChg chg="new del">
        <pc:chgData name="sakshi gupta" userId="fe7bf80378c01198" providerId="LiveId" clId="{CD3F5599-86B3-47FA-A744-D924C6D1A3CF}" dt="2026-02-27T08:26:37.363" v="1" actId="2696"/>
        <pc:sldMkLst>
          <pc:docMk/>
          <pc:sldMk cId="1263494260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2F8D6-9B1B-4B4F-A9A0-A17E9E66B5B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BC8D-B616-440A-A904-F1B4342BF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141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2F8D6-9B1B-4B4F-A9A0-A17E9E66B5B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BC8D-B616-440A-A904-F1B4342BF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222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2F8D6-9B1B-4B4F-A9A0-A17E9E66B5B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BC8D-B616-440A-A904-F1B4342BF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978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2F8D6-9B1B-4B4F-A9A0-A17E9E66B5B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BC8D-B616-440A-A904-F1B4342BF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553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2F8D6-9B1B-4B4F-A9A0-A17E9E66B5B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BC8D-B616-440A-A904-F1B4342BF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224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2F8D6-9B1B-4B4F-A9A0-A17E9E66B5B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BC8D-B616-440A-A904-F1B4342BF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45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2F8D6-9B1B-4B4F-A9A0-A17E9E66B5B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BC8D-B616-440A-A904-F1B4342BF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80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2F8D6-9B1B-4B4F-A9A0-A17E9E66B5B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BC8D-B616-440A-A904-F1B4342BF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064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2F8D6-9B1B-4B4F-A9A0-A17E9E66B5B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BC8D-B616-440A-A904-F1B4342BF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090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2F8D6-9B1B-4B4F-A9A0-A17E9E66B5B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BC8D-B616-440A-A904-F1B4342BF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21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2F8D6-9B1B-4B4F-A9A0-A17E9E66B5B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BC8D-B616-440A-A904-F1B4342BF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506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D2F8D6-9B1B-4B4F-A9A0-A17E9E66B5B2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5BC8D-B616-440A-A904-F1B4342BF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672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tables.net/examples/data_sources/dom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C9321-7E65-46E3-3CB6-7166366AA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10343"/>
            <a:ext cx="9144000" cy="1088571"/>
          </a:xfrm>
        </p:spPr>
        <p:txBody>
          <a:bodyPr/>
          <a:lstStyle/>
          <a:p>
            <a:r>
              <a:rPr lang="en-GB" dirty="0"/>
              <a:t>txt2phrases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ECC2C-B2EA-7491-A21B-78C5B4051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56114"/>
            <a:ext cx="9144000" cy="2601686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txt2phrases is a Python library and CLI tool designed for processing and </a:t>
            </a:r>
            <a:r>
              <a:rPr lang="en-GB" dirty="0" err="1"/>
              <a:t>analizing</a:t>
            </a:r>
            <a:r>
              <a:rPr lang="en-GB" dirty="0"/>
              <a:t> text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It provides a streamlined pipeline for converting documents </a:t>
            </a:r>
            <a:r>
              <a:rPr lang="en-GB" b="1" dirty="0"/>
              <a:t>(HTML, PDF) </a:t>
            </a:r>
            <a:r>
              <a:rPr lang="en-GB" dirty="0"/>
              <a:t>into </a:t>
            </a:r>
            <a:r>
              <a:rPr lang="en-GB" b="1" dirty="0"/>
              <a:t>plain text, extracting keywords </a:t>
            </a:r>
            <a:r>
              <a:rPr lang="en-GB" dirty="0"/>
              <a:t>using models </a:t>
            </a:r>
            <a:r>
              <a:rPr lang="en-GB" b="1" dirty="0"/>
              <a:t>(</a:t>
            </a:r>
            <a:r>
              <a:rPr lang="en-GB" b="1" dirty="0" err="1"/>
              <a:t>keyBERT</a:t>
            </a:r>
            <a:r>
              <a:rPr lang="en-GB" b="1" dirty="0"/>
              <a:t>)</a:t>
            </a:r>
            <a:r>
              <a:rPr lang="en-GB" dirty="0"/>
              <a:t>, and classifying keywords into specific and general categories using TF-IDF (term frequency-inverse document frequency)</a:t>
            </a:r>
          </a:p>
          <a:p>
            <a:br>
              <a:rPr lang="en-GB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2798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C7365-0377-7D51-86E8-1A4B7DD5A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3C8212-7ED6-4545-0BE7-A936079EFA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51314"/>
            <a:ext cx="10515600" cy="311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03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155F2-431B-A888-CA53-DC88E19C8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Features: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35238-78FB-D81B-0B48-5D77FA1A4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1. PDF to Text Conversion</a:t>
            </a:r>
          </a:p>
          <a:p>
            <a:r>
              <a:rPr lang="en-GB" dirty="0"/>
              <a:t>Extract plain text from PDF files for further processing.</a:t>
            </a:r>
          </a:p>
          <a:p>
            <a:r>
              <a:rPr lang="en-GB" b="1" dirty="0"/>
              <a:t>2. HTML to Text Conversion</a:t>
            </a:r>
          </a:p>
          <a:p>
            <a:r>
              <a:rPr lang="en-GB" dirty="0"/>
              <a:t>Convert HTML documents into clean, plain text.</a:t>
            </a:r>
          </a:p>
          <a:p>
            <a:r>
              <a:rPr lang="en-GB" b="1" dirty="0"/>
              <a:t>3. AI-Powered Keyword Extraction</a:t>
            </a:r>
          </a:p>
          <a:p>
            <a:r>
              <a:rPr lang="en-GB" dirty="0"/>
              <a:t>Use advanced NLP models to extract and rank the most important keywords from text files.</a:t>
            </a:r>
          </a:p>
          <a:p>
            <a:r>
              <a:rPr lang="en-GB" b="1" dirty="0"/>
              <a:t>4. Automated Pipeline</a:t>
            </a:r>
          </a:p>
          <a:p>
            <a:r>
              <a:rPr lang="en-GB" dirty="0"/>
              <a:t>Run the entire pipeline (PDF/HTML → TXT → Keywords) with a single command.</a:t>
            </a:r>
          </a:p>
          <a:p>
            <a:r>
              <a:rPr lang="en-GB" b="1" dirty="0"/>
              <a:t>5. Batch Processing</a:t>
            </a:r>
          </a:p>
          <a:p>
            <a:r>
              <a:rPr lang="en-GB" dirty="0"/>
              <a:t>Process single files or entire directories efficiently.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5365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803BC-E415-C4BC-977F-A8AC5E6FC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Installation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1890E-C03D-37AA-3CCE-196EA33DB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Install txt2phrases directly from </a:t>
            </a:r>
            <a:r>
              <a:rPr lang="en-GB" dirty="0" err="1"/>
              <a:t>PyPI</a:t>
            </a:r>
            <a:r>
              <a:rPr lang="en-GB" dirty="0"/>
              <a:t>:</a:t>
            </a:r>
          </a:p>
          <a:p>
            <a:r>
              <a:rPr lang="en-GB" sz="2400" i="1" dirty="0"/>
              <a:t>pip install txt2phrases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D62625-6F9F-68C1-2B95-E4F2242BE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1233558"/>
            <a:ext cx="3361267" cy="393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560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2EFED-2AAA-1999-6E69-FA02F7DF0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Commands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E7C77-3DC3-F955-7EE5-9DAB0E615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4371"/>
            <a:ext cx="10515600" cy="4402592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# Convert PDF to text</a:t>
            </a:r>
          </a:p>
          <a:p>
            <a:r>
              <a:rPr lang="en-IN" dirty="0"/>
              <a:t>txt2phrases pdf2txt -</a:t>
            </a:r>
            <a:r>
              <a:rPr lang="en-IN" dirty="0" err="1"/>
              <a:t>i</a:t>
            </a:r>
            <a:r>
              <a:rPr lang="en-IN" dirty="0"/>
              <a:t> document.pdf -o </a:t>
            </a:r>
            <a:r>
              <a:rPr lang="en-IN" dirty="0" err="1"/>
              <a:t>output_folder</a:t>
            </a:r>
            <a:endParaRPr lang="en-IN" dirty="0"/>
          </a:p>
          <a:p>
            <a:endParaRPr lang="en-IN" dirty="0"/>
          </a:p>
          <a:p>
            <a:r>
              <a:rPr lang="en-IN" dirty="0"/>
              <a:t># Convert HTML to text</a:t>
            </a:r>
          </a:p>
          <a:p>
            <a:r>
              <a:rPr lang="en-IN" dirty="0"/>
              <a:t>txt2phrases html2txt -</a:t>
            </a:r>
            <a:r>
              <a:rPr lang="en-IN" dirty="0" err="1"/>
              <a:t>i</a:t>
            </a:r>
            <a:r>
              <a:rPr lang="en-IN" dirty="0"/>
              <a:t> webpage.html -o </a:t>
            </a:r>
            <a:r>
              <a:rPr lang="en-IN" dirty="0" err="1"/>
              <a:t>output_folder</a:t>
            </a:r>
            <a:endParaRPr lang="en-IN" dirty="0"/>
          </a:p>
          <a:p>
            <a:endParaRPr lang="en-IN" dirty="0"/>
          </a:p>
          <a:p>
            <a:r>
              <a:rPr lang="en-IN" dirty="0"/>
              <a:t># Extract keywords from text files</a:t>
            </a:r>
          </a:p>
          <a:p>
            <a:r>
              <a:rPr lang="en-IN" dirty="0"/>
              <a:t>txt2phrases </a:t>
            </a:r>
            <a:r>
              <a:rPr lang="en-IN" dirty="0" err="1"/>
              <a:t>keyphrases</a:t>
            </a:r>
            <a:r>
              <a:rPr lang="en-IN" dirty="0"/>
              <a:t> -</a:t>
            </a:r>
            <a:r>
              <a:rPr lang="en-IN" dirty="0" err="1"/>
              <a:t>i</a:t>
            </a:r>
            <a:r>
              <a:rPr lang="en-IN" dirty="0"/>
              <a:t> </a:t>
            </a:r>
            <a:r>
              <a:rPr lang="en-IN" dirty="0" err="1"/>
              <a:t>text_files</a:t>
            </a:r>
            <a:r>
              <a:rPr lang="en-IN" dirty="0"/>
              <a:t>/ -o keywords/ -n 500</a:t>
            </a:r>
          </a:p>
          <a:p>
            <a:endParaRPr lang="en-IN" dirty="0"/>
          </a:p>
          <a:p>
            <a:r>
              <a:rPr lang="en-IN" dirty="0"/>
              <a:t># Run complete pipeline</a:t>
            </a:r>
          </a:p>
          <a:p>
            <a:r>
              <a:rPr lang="en-IN" dirty="0"/>
              <a:t>txt2phrases auto -</a:t>
            </a:r>
            <a:r>
              <a:rPr lang="en-IN" dirty="0" err="1"/>
              <a:t>i</a:t>
            </a:r>
            <a:r>
              <a:rPr lang="en-IN" dirty="0"/>
              <a:t> </a:t>
            </a:r>
            <a:r>
              <a:rPr lang="en-IN" dirty="0" err="1"/>
              <a:t>pygetpapers_output</a:t>
            </a:r>
            <a:r>
              <a:rPr lang="en-IN" dirty="0"/>
              <a:t>/ -o results/ -n 100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9615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05590-C5A2-B4B8-F54C-F3FBA2308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merge CSVs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57089-CFD9-C929-0361-C2F2F8D1C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# Defaults </a:t>
            </a:r>
          </a:p>
          <a:p>
            <a:r>
              <a:rPr lang="en-IN" b="1" i="1" dirty="0"/>
              <a:t>python scripts/run_merge_sample.py</a:t>
            </a:r>
          </a:p>
          <a:p>
            <a:endParaRPr lang="en-IN" dirty="0"/>
          </a:p>
          <a:p>
            <a:r>
              <a:rPr lang="en-IN" dirty="0"/>
              <a:t># Custom directory</a:t>
            </a:r>
          </a:p>
          <a:p>
            <a:r>
              <a:rPr lang="en-IN" b="1" i="1" dirty="0"/>
              <a:t>python scripts/run_merge_sample.py -</a:t>
            </a:r>
            <a:r>
              <a:rPr lang="en-IN" b="1" i="1" dirty="0" err="1"/>
              <a:t>i</a:t>
            </a:r>
            <a:r>
              <a:rPr lang="en-IN" b="1" i="1" dirty="0"/>
              <a:t> test/fixtures/</a:t>
            </a:r>
            <a:r>
              <a:rPr lang="en-IN" b="1" i="1" dirty="0" err="1"/>
              <a:t>merge_sample</a:t>
            </a:r>
            <a:r>
              <a:rPr lang="en-IN" b="1" i="1" dirty="0"/>
              <a:t> -o merged.csv</a:t>
            </a:r>
          </a:p>
          <a:p>
            <a:endParaRPr lang="en-IN" dirty="0"/>
          </a:p>
          <a:p>
            <a:r>
              <a:rPr lang="en-IN" dirty="0"/>
              <a:t># Explicit files</a:t>
            </a:r>
          </a:p>
          <a:p>
            <a:r>
              <a:rPr lang="en-IN" b="1" i="1" dirty="0"/>
              <a:t>python scripts/run_merge_sample.py -</a:t>
            </a:r>
            <a:r>
              <a:rPr lang="en-IN" b="1" i="1" dirty="0" err="1"/>
              <a:t>i</a:t>
            </a:r>
            <a:r>
              <a:rPr lang="en-IN" b="1" i="1" dirty="0"/>
              <a:t> file1.csv file2.csv -o merged.csv</a:t>
            </a:r>
          </a:p>
          <a:p>
            <a:endParaRPr lang="en-IN" dirty="0"/>
          </a:p>
          <a:p>
            <a:r>
              <a:rPr lang="en-IN" dirty="0"/>
              <a:t># Limit to top 20 keywords</a:t>
            </a:r>
          </a:p>
          <a:p>
            <a:r>
              <a:rPr lang="en-IN" b="1" i="1" dirty="0"/>
              <a:t>python scripts/run_merge_sample.py -</a:t>
            </a:r>
            <a:r>
              <a:rPr lang="en-IN" b="1" i="1" dirty="0" err="1"/>
              <a:t>i</a:t>
            </a:r>
            <a:r>
              <a:rPr lang="en-IN" b="1" i="1" dirty="0"/>
              <a:t> </a:t>
            </a:r>
            <a:r>
              <a:rPr lang="en-IN" b="1" i="1" dirty="0" err="1"/>
              <a:t>my_keywords</a:t>
            </a:r>
            <a:r>
              <a:rPr lang="en-IN" b="1" i="1" dirty="0"/>
              <a:t>/ -o top20.csv --top-n 20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749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30504-727B-E0E9-A3B1-6EFCC8E19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to do next.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A8E91-7085-D770-7883-00FEC70B5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CLI Integration</a:t>
            </a:r>
            <a:r>
              <a:rPr lang="en-GB" dirty="0"/>
              <a:t>: Add merge subcommand to cli.py</a:t>
            </a:r>
          </a:p>
          <a:p>
            <a:endParaRPr lang="en-IN" b="1" dirty="0"/>
          </a:p>
          <a:p>
            <a:r>
              <a:rPr lang="en-IN" sz="2400" i="1" dirty="0"/>
              <a:t>txt2phrases merge -</a:t>
            </a:r>
            <a:r>
              <a:rPr lang="en-IN" sz="2400" i="1" dirty="0" err="1"/>
              <a:t>i</a:t>
            </a:r>
            <a:r>
              <a:rPr lang="en-IN" sz="2400" i="1" dirty="0"/>
              <a:t> </a:t>
            </a:r>
            <a:r>
              <a:rPr lang="en-IN" sz="2400" i="1" dirty="0" err="1"/>
              <a:t>keywords_folder</a:t>
            </a:r>
            <a:r>
              <a:rPr lang="en-IN" sz="2400" i="1" dirty="0"/>
              <a:t>/ -o merged_keywords.csv</a:t>
            </a:r>
          </a:p>
          <a:p>
            <a:r>
              <a:rPr lang="en-IN" sz="2400" i="1" dirty="0"/>
              <a:t>txt2phrases merge -</a:t>
            </a:r>
            <a:r>
              <a:rPr lang="en-IN" sz="2400" i="1" dirty="0" err="1"/>
              <a:t>i</a:t>
            </a:r>
            <a:r>
              <a:rPr lang="en-IN" sz="2400" i="1" dirty="0"/>
              <a:t> file1.csv file2.csv file3.csv -o merged_keywords.csv</a:t>
            </a:r>
          </a:p>
          <a:p>
            <a:r>
              <a:rPr lang="en-IN" sz="2400" i="1" dirty="0"/>
              <a:t>txt2phrases merge -</a:t>
            </a:r>
            <a:r>
              <a:rPr lang="en-IN" sz="2400" i="1" dirty="0" err="1"/>
              <a:t>i</a:t>
            </a:r>
            <a:r>
              <a:rPr lang="en-IN" sz="2400" i="1" dirty="0"/>
              <a:t> </a:t>
            </a:r>
            <a:r>
              <a:rPr lang="en-IN" sz="2400" i="1" dirty="0" err="1"/>
              <a:t>keywords_folder</a:t>
            </a:r>
            <a:r>
              <a:rPr lang="en-IN" sz="2400" i="1" dirty="0"/>
              <a:t>/ -o merged_keywords.csv --top-n 500</a:t>
            </a:r>
          </a:p>
          <a:p>
            <a:endParaRPr lang="en-IN" dirty="0"/>
          </a:p>
          <a:p>
            <a:r>
              <a:rPr lang="en-GB" b="1" dirty="0"/>
              <a:t>Update README.md with merge command examples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91847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5F4AE-B586-3EEF-A533-0A15D4DC4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aspects we can work on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C3DEA-BC2C-650C-86B3-74B805C4C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scripts/build_keyphrase_table.py</a:t>
            </a:r>
          </a:p>
          <a:p>
            <a:r>
              <a:rPr lang="en-IN" b="1" dirty="0"/>
              <a:t>Input:</a:t>
            </a:r>
            <a:r>
              <a:rPr lang="en-IN" dirty="0"/>
              <a:t> All *_keywords.csv under query subdirs (multiple CSVs per query are summed per </a:t>
            </a:r>
            <a:r>
              <a:rPr lang="en-IN" dirty="0" err="1"/>
              <a:t>keyphrase</a:t>
            </a:r>
            <a:r>
              <a:rPr lang="en-IN" dirty="0"/>
              <a:t>).</a:t>
            </a:r>
          </a:p>
          <a:p>
            <a:r>
              <a:rPr lang="en-IN" b="1" dirty="0"/>
              <a:t>Outputs:</a:t>
            </a:r>
            <a:endParaRPr lang="en-IN" dirty="0"/>
          </a:p>
          <a:p>
            <a:pPr lvl="1"/>
            <a:r>
              <a:rPr lang="en-IN" b="1" dirty="0"/>
              <a:t>(a) CSV:</a:t>
            </a:r>
            <a:r>
              <a:rPr lang="en-IN" dirty="0"/>
              <a:t> keyphrase_matrix.csv – rows = </a:t>
            </a:r>
            <a:r>
              <a:rPr lang="en-IN" dirty="0" err="1"/>
              <a:t>keyphrases</a:t>
            </a:r>
            <a:r>
              <a:rPr lang="en-IN" dirty="0"/>
              <a:t>, columns = query(IPCC, Institution); cell = count or blank if zero; extra columns </a:t>
            </a:r>
            <a:r>
              <a:rPr lang="en-IN" b="1" dirty="0"/>
              <a:t>Total</a:t>
            </a:r>
            <a:r>
              <a:rPr lang="en-IN" dirty="0"/>
              <a:t> (sum of counts) and </a:t>
            </a:r>
            <a:r>
              <a:rPr lang="en-IN" b="1" dirty="0" err="1"/>
              <a:t>N_query</a:t>
            </a:r>
            <a:r>
              <a:rPr lang="en-IN" dirty="0"/>
              <a:t> (number of non-zero cells in that row).</a:t>
            </a:r>
          </a:p>
          <a:p>
            <a:pPr lvl="1"/>
            <a:r>
              <a:rPr lang="en-IN" b="1" dirty="0"/>
              <a:t>(b) </a:t>
            </a:r>
            <a:r>
              <a:rPr lang="en-IN" b="1" dirty="0" err="1"/>
              <a:t>DataTables</a:t>
            </a:r>
            <a:r>
              <a:rPr lang="en-IN" b="1" dirty="0"/>
              <a:t> HTML:</a:t>
            </a:r>
            <a:r>
              <a:rPr lang="en-IN" dirty="0"/>
              <a:t> keyphrase_datatables.html – normal HTML &lt;table&gt; with &lt;</a:t>
            </a:r>
            <a:r>
              <a:rPr lang="en-IN" dirty="0" err="1"/>
              <a:t>thead</a:t>
            </a:r>
            <a:r>
              <a:rPr lang="en-IN" dirty="0"/>
              <a:t>&gt;, &lt;</a:t>
            </a:r>
            <a:r>
              <a:rPr lang="en-IN" dirty="0" err="1"/>
              <a:t>tbody</a:t>
            </a:r>
            <a:r>
              <a:rPr lang="en-IN" dirty="0"/>
              <a:t>&gt;, &lt;tr&gt;, &lt;</a:t>
            </a:r>
            <a:r>
              <a:rPr lang="en-IN" dirty="0" err="1"/>
              <a:t>th</a:t>
            </a:r>
            <a:r>
              <a:rPr lang="en-IN" dirty="0"/>
              <a:t>&gt;, &lt;td&gt;; </a:t>
            </a:r>
            <a:r>
              <a:rPr lang="en-IN" dirty="0" err="1"/>
              <a:t>DataTables</a:t>
            </a:r>
            <a:r>
              <a:rPr lang="en-IN" dirty="0"/>
              <a:t> is initialised on that table (DOM-sourced data per </a:t>
            </a:r>
            <a:r>
              <a:rPr lang="en-IN" u="sng" dirty="0" err="1">
                <a:hlinkClick r:id="rId2"/>
              </a:rPr>
              <a:t>DataTables</a:t>
            </a:r>
            <a:r>
              <a:rPr lang="en-IN" u="sng" dirty="0">
                <a:hlinkClick r:id="rId2"/>
              </a:rPr>
              <a:t> docs</a:t>
            </a:r>
            <a:r>
              <a:rPr lang="en-IN" dirty="0"/>
              <a:t>). Search, sort, pagination; default sort by Total descending.</a:t>
            </a:r>
          </a:p>
          <a:p>
            <a:pPr lvl="1"/>
            <a:r>
              <a:rPr lang="en-IN" b="1" dirty="0"/>
              <a:t>(c) Plain HTML table:</a:t>
            </a:r>
            <a:r>
              <a:rPr lang="en-IN" dirty="0"/>
              <a:t> keyphrase_table.html – same &lt;table&gt; markup with no JavaScript.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6180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25DD-9FEF-6739-2249-1E0F39113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D64E4-E804-45E6-F0EA-789D6DA1F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# Install</a:t>
            </a:r>
          </a:p>
          <a:p>
            <a:r>
              <a:rPr lang="en-IN" sz="2400" i="1" dirty="0"/>
              <a:t>pip install -e .</a:t>
            </a:r>
          </a:p>
          <a:p>
            <a:endParaRPr lang="en-IN" dirty="0"/>
          </a:p>
          <a:p>
            <a:r>
              <a:rPr lang="en-IN" dirty="0"/>
              <a:t># Full pipeline: convert PDFs → extract </a:t>
            </a:r>
            <a:r>
              <a:rPr lang="en-IN" dirty="0" err="1"/>
              <a:t>keyphrases</a:t>
            </a:r>
            <a:r>
              <a:rPr lang="en-IN" dirty="0"/>
              <a:t> → merge</a:t>
            </a:r>
          </a:p>
          <a:p>
            <a:r>
              <a:rPr lang="en-IN" sz="2400" i="1" dirty="0"/>
              <a:t>python scripts/extract_keywords_from_reports.py –merge</a:t>
            </a:r>
          </a:p>
          <a:p>
            <a:endParaRPr lang="en-IN" dirty="0"/>
          </a:p>
          <a:p>
            <a:r>
              <a:rPr lang="en-IN" dirty="0"/>
              <a:t># Build </a:t>
            </a:r>
            <a:r>
              <a:rPr lang="en-IN" dirty="0" err="1"/>
              <a:t>keyphrase</a:t>
            </a:r>
            <a:r>
              <a:rPr lang="en-IN" dirty="0"/>
              <a:t> × query matrix (CSV + </a:t>
            </a:r>
            <a:r>
              <a:rPr lang="en-IN" dirty="0" err="1"/>
              <a:t>DataTables</a:t>
            </a:r>
            <a:r>
              <a:rPr lang="en-IN" dirty="0"/>
              <a:t> HTML)</a:t>
            </a:r>
          </a:p>
          <a:p>
            <a:r>
              <a:rPr lang="en-IN" sz="2400" i="1" dirty="0"/>
              <a:t>python scripts/build_keyphrase_table.py</a:t>
            </a:r>
          </a:p>
        </p:txBody>
      </p:sp>
    </p:spTree>
    <p:extLst>
      <p:ext uri="{BB962C8B-B14F-4D97-AF65-F5344CB8AC3E}">
        <p14:creationId xmlns:p14="http://schemas.microsoft.com/office/powerpoint/2010/main" val="3061483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A0B97-A33E-B25E-D2E3-A7EAF91F0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ACC52-4394-0A2B-9683-36A2B6E7C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8000" dirty="0"/>
              <a:t>              Thank you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109565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293</TotalTime>
  <Words>632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txt2phrases</vt:lpstr>
      <vt:lpstr>PowerPoint Presentation</vt:lpstr>
      <vt:lpstr>Features: </vt:lpstr>
      <vt:lpstr>Installation </vt:lpstr>
      <vt:lpstr>Commands </vt:lpstr>
      <vt:lpstr>To merge CSVs </vt:lpstr>
      <vt:lpstr>What to do next. </vt:lpstr>
      <vt:lpstr>Future aspects we can work on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gupta</dc:creator>
  <cp:lastModifiedBy>sakshi gupta</cp:lastModifiedBy>
  <cp:revision>1</cp:revision>
  <dcterms:created xsi:type="dcterms:W3CDTF">2026-02-27T06:58:35Z</dcterms:created>
  <dcterms:modified xsi:type="dcterms:W3CDTF">2026-02-27T11:52:02Z</dcterms:modified>
</cp:coreProperties>
</file>